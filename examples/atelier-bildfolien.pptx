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</p:sldIdLst>
  <p:sldSz cx="12192000" cy="12192000"/>
  <p:notesSz cx="6858000" cy="9144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Atelie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telier Seit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telier Seit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1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telier">
  <a:themeElements>
    <a:clrScheme name="Atelier">
      <a:dk1>
        <a:srgbClr val="252638"/>
      </a:dk1>
      <a:lt1>
        <a:srgbClr val="FFFFFF"/>
      </a:lt1>
      <a:dk2>
        <a:srgbClr val="1C3E36"/>
      </a:dk2>
      <a:lt2>
        <a:srgbClr val="EEE8DF"/>
      </a:lt2>
      <a:accent1>
        <a:srgbClr val="7554E8"/>
      </a:accent1>
      <a:accent2>
        <a:srgbClr val="FF7857"/>
      </a:accent2>
      <a:accent3>
        <a:srgbClr val="C5F072"/>
      </a:accent3>
      <a:accent4>
        <a:srgbClr val="BEDDE6"/>
      </a:accent4>
      <a:accent5>
        <a:srgbClr val="F2C8D7"/>
      </a:accent5>
      <a:accent6>
        <a:srgbClr val="F8D763"/>
      </a:accent6>
      <a:hlink>
        <a:srgbClr val="7554E8"/>
      </a:hlink>
      <a:folHlink>
        <a:srgbClr val="5C3BAB"/>
      </a:folHlink>
    </a:clrScheme>
    <a:fontScheme name="Ateli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teli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Atelier 0.4 Exporttest</dc:title>
  <dc:creator>Atelier</dc:creator>
  <dc:description>Bildfolien aus Atelier. Inhalte sind als Bilder eingebettet.</dc:description>
</cp:coreProperties>
</file>